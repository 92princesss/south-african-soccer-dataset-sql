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C2A629-580D-43C6-9063-881FE9FE30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664042E-85C9-44D4-BC55-CCA69217C34D}">
      <dgm:prSet/>
      <dgm:spPr/>
      <dgm:t>
        <a:bodyPr/>
        <a:lstStyle/>
        <a:p>
          <a:r>
            <a:rPr lang="en-US"/>
            <a:t>1.Dataset overview</a:t>
          </a:r>
        </a:p>
      </dgm:t>
    </dgm:pt>
    <dgm:pt modelId="{F626100B-3D93-4656-BADD-911D426EF6C1}" type="parTrans" cxnId="{577F8409-4AB3-462E-BF1B-59C9FFBC8272}">
      <dgm:prSet/>
      <dgm:spPr/>
      <dgm:t>
        <a:bodyPr/>
        <a:lstStyle/>
        <a:p>
          <a:endParaRPr lang="en-US"/>
        </a:p>
      </dgm:t>
    </dgm:pt>
    <dgm:pt modelId="{2974C516-41A8-4E86-B8F7-D071F0A763FD}" type="sibTrans" cxnId="{577F8409-4AB3-462E-BF1B-59C9FFBC8272}">
      <dgm:prSet/>
      <dgm:spPr/>
      <dgm:t>
        <a:bodyPr/>
        <a:lstStyle/>
        <a:p>
          <a:endParaRPr lang="en-US"/>
        </a:p>
      </dgm:t>
    </dgm:pt>
    <dgm:pt modelId="{82E2F0B9-7B96-4256-8B44-ABF91AF3B54F}">
      <dgm:prSet/>
      <dgm:spPr/>
      <dgm:t>
        <a:bodyPr/>
        <a:lstStyle/>
        <a:p>
          <a:r>
            <a:rPr lang="en-US"/>
            <a:t>2.League &amp; Team summary</a:t>
          </a:r>
        </a:p>
      </dgm:t>
    </dgm:pt>
    <dgm:pt modelId="{AC0E270A-1132-4E93-A485-1548EE4BD308}" type="parTrans" cxnId="{CC12990D-981B-40FC-A927-7D615D40DAE6}">
      <dgm:prSet/>
      <dgm:spPr/>
      <dgm:t>
        <a:bodyPr/>
        <a:lstStyle/>
        <a:p>
          <a:endParaRPr lang="en-US"/>
        </a:p>
      </dgm:t>
    </dgm:pt>
    <dgm:pt modelId="{1399BAF6-8BD0-42A7-9F62-E13FEBFEAE8A}" type="sibTrans" cxnId="{CC12990D-981B-40FC-A927-7D615D40DAE6}">
      <dgm:prSet/>
      <dgm:spPr/>
      <dgm:t>
        <a:bodyPr/>
        <a:lstStyle/>
        <a:p>
          <a:endParaRPr lang="en-US"/>
        </a:p>
      </dgm:t>
    </dgm:pt>
    <dgm:pt modelId="{1C0147DE-93DF-4833-A4D5-F61AA9A07F19}">
      <dgm:prSet/>
      <dgm:spPr/>
      <dgm:t>
        <a:bodyPr/>
        <a:lstStyle/>
        <a:p>
          <a:r>
            <a:rPr lang="en-US"/>
            <a:t>3.Player Performance Highlights</a:t>
          </a:r>
        </a:p>
      </dgm:t>
    </dgm:pt>
    <dgm:pt modelId="{5223DAFD-D4A4-4629-9A08-147B9F9F9CD1}" type="parTrans" cxnId="{74D4E1D7-7A20-4583-88AF-85A82ADD76FB}">
      <dgm:prSet/>
      <dgm:spPr/>
      <dgm:t>
        <a:bodyPr/>
        <a:lstStyle/>
        <a:p>
          <a:endParaRPr lang="en-US"/>
        </a:p>
      </dgm:t>
    </dgm:pt>
    <dgm:pt modelId="{5E7194A8-E2BE-4845-9D29-3C8522FB087C}" type="sibTrans" cxnId="{74D4E1D7-7A20-4583-88AF-85A82ADD76FB}">
      <dgm:prSet/>
      <dgm:spPr/>
      <dgm:t>
        <a:bodyPr/>
        <a:lstStyle/>
        <a:p>
          <a:endParaRPr lang="en-US"/>
        </a:p>
      </dgm:t>
    </dgm:pt>
    <dgm:pt modelId="{C5442E57-A3D3-4D28-B128-AA76EC5BFE47}">
      <dgm:prSet/>
      <dgm:spPr/>
      <dgm:t>
        <a:bodyPr/>
        <a:lstStyle/>
        <a:p>
          <a:r>
            <a:rPr lang="en-US"/>
            <a:t>4.Financial Insights</a:t>
          </a:r>
        </a:p>
      </dgm:t>
    </dgm:pt>
    <dgm:pt modelId="{BDB31D8D-7E27-4EAC-98FE-5399A9FE192E}" type="parTrans" cxnId="{6AC6115E-EAF5-436E-9964-77667D1765AF}">
      <dgm:prSet/>
      <dgm:spPr/>
      <dgm:t>
        <a:bodyPr/>
        <a:lstStyle/>
        <a:p>
          <a:endParaRPr lang="en-US"/>
        </a:p>
      </dgm:t>
    </dgm:pt>
    <dgm:pt modelId="{150CA84F-78AE-4D8A-BC1F-0A0E0E508E00}" type="sibTrans" cxnId="{6AC6115E-EAF5-436E-9964-77667D1765AF}">
      <dgm:prSet/>
      <dgm:spPr/>
      <dgm:t>
        <a:bodyPr/>
        <a:lstStyle/>
        <a:p>
          <a:endParaRPr lang="en-US"/>
        </a:p>
      </dgm:t>
    </dgm:pt>
    <dgm:pt modelId="{CE3AF24E-125D-4E1B-868F-1D945AFCC8E1}">
      <dgm:prSet/>
      <dgm:spPr/>
      <dgm:t>
        <a:bodyPr/>
        <a:lstStyle/>
        <a:p>
          <a:r>
            <a:rPr lang="en-US"/>
            <a:t>5.Contract &amp; Risk Analysis</a:t>
          </a:r>
        </a:p>
      </dgm:t>
    </dgm:pt>
    <dgm:pt modelId="{68012F97-20F7-4623-A634-482C60B0273B}" type="parTrans" cxnId="{F6B1D37E-7A0B-4122-AE8F-EB93ABFEA02D}">
      <dgm:prSet/>
      <dgm:spPr/>
      <dgm:t>
        <a:bodyPr/>
        <a:lstStyle/>
        <a:p>
          <a:endParaRPr lang="en-US"/>
        </a:p>
      </dgm:t>
    </dgm:pt>
    <dgm:pt modelId="{B8137CDA-7DBD-4EFB-86C7-6569D27C5671}" type="sibTrans" cxnId="{F6B1D37E-7A0B-4122-AE8F-EB93ABFEA02D}">
      <dgm:prSet/>
      <dgm:spPr/>
      <dgm:t>
        <a:bodyPr/>
        <a:lstStyle/>
        <a:p>
          <a:endParaRPr lang="en-US"/>
        </a:p>
      </dgm:t>
    </dgm:pt>
    <dgm:pt modelId="{B177C1DC-F932-4B9E-9CED-BC7115661214}">
      <dgm:prSet/>
      <dgm:spPr/>
      <dgm:t>
        <a:bodyPr/>
        <a:lstStyle/>
        <a:p>
          <a:r>
            <a:rPr lang="en-US"/>
            <a:t>6.Key Takeaways &amp; Recommendations</a:t>
          </a:r>
        </a:p>
      </dgm:t>
    </dgm:pt>
    <dgm:pt modelId="{FCD592EA-788E-45A8-B29C-20C9176B0348}" type="parTrans" cxnId="{A94C7F50-3EBC-4F44-83CE-0BE25F05BFB6}">
      <dgm:prSet/>
      <dgm:spPr/>
      <dgm:t>
        <a:bodyPr/>
        <a:lstStyle/>
        <a:p>
          <a:endParaRPr lang="en-US"/>
        </a:p>
      </dgm:t>
    </dgm:pt>
    <dgm:pt modelId="{3FE62927-949D-400F-9783-41A059DFB163}" type="sibTrans" cxnId="{A94C7F50-3EBC-4F44-83CE-0BE25F05BFB6}">
      <dgm:prSet/>
      <dgm:spPr/>
      <dgm:t>
        <a:bodyPr/>
        <a:lstStyle/>
        <a:p>
          <a:endParaRPr lang="en-US"/>
        </a:p>
      </dgm:t>
    </dgm:pt>
    <dgm:pt modelId="{C9E43ABB-983E-4486-9905-74439A7571FC}" type="pres">
      <dgm:prSet presAssocID="{9AC2A629-580D-43C6-9063-881FE9FE30F4}" presName="root" presStyleCnt="0">
        <dgm:presLayoutVars>
          <dgm:dir/>
          <dgm:resizeHandles val="exact"/>
        </dgm:presLayoutVars>
      </dgm:prSet>
      <dgm:spPr/>
    </dgm:pt>
    <dgm:pt modelId="{C2E3EE4F-70CC-4F57-9C71-7AE4FED94BED}" type="pres">
      <dgm:prSet presAssocID="{E664042E-85C9-44D4-BC55-CCA69217C34D}" presName="compNode" presStyleCnt="0"/>
      <dgm:spPr/>
    </dgm:pt>
    <dgm:pt modelId="{B3B0561E-98C9-4419-9A9D-A39FAE3FA41C}" type="pres">
      <dgm:prSet presAssocID="{E664042E-85C9-44D4-BC55-CCA69217C34D}" presName="bgRect" presStyleLbl="bgShp" presStyleIdx="0" presStyleCnt="6"/>
      <dgm:spPr/>
    </dgm:pt>
    <dgm:pt modelId="{815756AC-5E57-4929-AB26-B2C07EB40DE1}" type="pres">
      <dgm:prSet presAssocID="{E664042E-85C9-44D4-BC55-CCA69217C34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85FC3B5-50C5-4AD0-A164-CCADC8A951C1}" type="pres">
      <dgm:prSet presAssocID="{E664042E-85C9-44D4-BC55-CCA69217C34D}" presName="spaceRect" presStyleCnt="0"/>
      <dgm:spPr/>
    </dgm:pt>
    <dgm:pt modelId="{38921AE9-6F9C-4712-B9DC-9872BFDA9309}" type="pres">
      <dgm:prSet presAssocID="{E664042E-85C9-44D4-BC55-CCA69217C34D}" presName="parTx" presStyleLbl="revTx" presStyleIdx="0" presStyleCnt="6">
        <dgm:presLayoutVars>
          <dgm:chMax val="0"/>
          <dgm:chPref val="0"/>
        </dgm:presLayoutVars>
      </dgm:prSet>
      <dgm:spPr/>
    </dgm:pt>
    <dgm:pt modelId="{02B9693B-9F01-4E2A-892F-8413B71B0276}" type="pres">
      <dgm:prSet presAssocID="{2974C516-41A8-4E86-B8F7-D071F0A763FD}" presName="sibTrans" presStyleCnt="0"/>
      <dgm:spPr/>
    </dgm:pt>
    <dgm:pt modelId="{C751A33B-671E-4719-A83B-9FA50541150C}" type="pres">
      <dgm:prSet presAssocID="{82E2F0B9-7B96-4256-8B44-ABF91AF3B54F}" presName="compNode" presStyleCnt="0"/>
      <dgm:spPr/>
    </dgm:pt>
    <dgm:pt modelId="{372F17E9-E96A-42DB-A4C0-E36CCEF39A53}" type="pres">
      <dgm:prSet presAssocID="{82E2F0B9-7B96-4256-8B44-ABF91AF3B54F}" presName="bgRect" presStyleLbl="bgShp" presStyleIdx="1" presStyleCnt="6"/>
      <dgm:spPr/>
    </dgm:pt>
    <dgm:pt modelId="{4570E9D8-BEAB-4063-81EE-86F13DF34454}" type="pres">
      <dgm:prSet presAssocID="{82E2F0B9-7B96-4256-8B44-ABF91AF3B54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"/>
        </a:ext>
      </dgm:extLst>
    </dgm:pt>
    <dgm:pt modelId="{5053DBD8-6DC8-4CEF-B243-C6980B2C6881}" type="pres">
      <dgm:prSet presAssocID="{82E2F0B9-7B96-4256-8B44-ABF91AF3B54F}" presName="spaceRect" presStyleCnt="0"/>
      <dgm:spPr/>
    </dgm:pt>
    <dgm:pt modelId="{5526454A-EE36-4B37-9EB6-717523056E73}" type="pres">
      <dgm:prSet presAssocID="{82E2F0B9-7B96-4256-8B44-ABF91AF3B54F}" presName="parTx" presStyleLbl="revTx" presStyleIdx="1" presStyleCnt="6">
        <dgm:presLayoutVars>
          <dgm:chMax val="0"/>
          <dgm:chPref val="0"/>
        </dgm:presLayoutVars>
      </dgm:prSet>
      <dgm:spPr/>
    </dgm:pt>
    <dgm:pt modelId="{9B20C706-5C4D-49BA-A7F1-BCCA9EA1AB66}" type="pres">
      <dgm:prSet presAssocID="{1399BAF6-8BD0-42A7-9F62-E13FEBFEAE8A}" presName="sibTrans" presStyleCnt="0"/>
      <dgm:spPr/>
    </dgm:pt>
    <dgm:pt modelId="{65E05BBA-2D5B-4B70-85D5-CF8AE9F97C3C}" type="pres">
      <dgm:prSet presAssocID="{1C0147DE-93DF-4833-A4D5-F61AA9A07F19}" presName="compNode" presStyleCnt="0"/>
      <dgm:spPr/>
    </dgm:pt>
    <dgm:pt modelId="{3B8187BE-64AC-4E44-A1D4-7296FFA8BE9B}" type="pres">
      <dgm:prSet presAssocID="{1C0147DE-93DF-4833-A4D5-F61AA9A07F19}" presName="bgRect" presStyleLbl="bgShp" presStyleIdx="2" presStyleCnt="6"/>
      <dgm:spPr/>
    </dgm:pt>
    <dgm:pt modelId="{04A35410-8909-4B85-A9BC-FBCA916BC879}" type="pres">
      <dgm:prSet presAssocID="{1C0147DE-93DF-4833-A4D5-F61AA9A07F1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C66515D-AA22-4B91-8653-F83CBB175A04}" type="pres">
      <dgm:prSet presAssocID="{1C0147DE-93DF-4833-A4D5-F61AA9A07F19}" presName="spaceRect" presStyleCnt="0"/>
      <dgm:spPr/>
    </dgm:pt>
    <dgm:pt modelId="{F6F6BEE9-F301-4FB3-BAAF-1C94D1307143}" type="pres">
      <dgm:prSet presAssocID="{1C0147DE-93DF-4833-A4D5-F61AA9A07F19}" presName="parTx" presStyleLbl="revTx" presStyleIdx="2" presStyleCnt="6">
        <dgm:presLayoutVars>
          <dgm:chMax val="0"/>
          <dgm:chPref val="0"/>
        </dgm:presLayoutVars>
      </dgm:prSet>
      <dgm:spPr/>
    </dgm:pt>
    <dgm:pt modelId="{8AED0004-99E9-4F13-A40F-EE7477F352D8}" type="pres">
      <dgm:prSet presAssocID="{5E7194A8-E2BE-4845-9D29-3C8522FB087C}" presName="sibTrans" presStyleCnt="0"/>
      <dgm:spPr/>
    </dgm:pt>
    <dgm:pt modelId="{6292F808-F7D5-4B21-ABF5-16CD42D1121B}" type="pres">
      <dgm:prSet presAssocID="{C5442E57-A3D3-4D28-B128-AA76EC5BFE47}" presName="compNode" presStyleCnt="0"/>
      <dgm:spPr/>
    </dgm:pt>
    <dgm:pt modelId="{9B0C001D-9593-4F96-82BA-210F2684A936}" type="pres">
      <dgm:prSet presAssocID="{C5442E57-A3D3-4D28-B128-AA76EC5BFE47}" presName="bgRect" presStyleLbl="bgShp" presStyleIdx="3" presStyleCnt="6"/>
      <dgm:spPr/>
    </dgm:pt>
    <dgm:pt modelId="{73585DAC-8090-42A6-93B3-59A93B06EA6E}" type="pres">
      <dgm:prSet presAssocID="{C5442E57-A3D3-4D28-B128-AA76EC5BFE4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9A80C1A-9C1D-4874-B1F5-164F10421165}" type="pres">
      <dgm:prSet presAssocID="{C5442E57-A3D3-4D28-B128-AA76EC5BFE47}" presName="spaceRect" presStyleCnt="0"/>
      <dgm:spPr/>
    </dgm:pt>
    <dgm:pt modelId="{7D9D8D80-FC90-4FFE-A264-42296829FF85}" type="pres">
      <dgm:prSet presAssocID="{C5442E57-A3D3-4D28-B128-AA76EC5BFE47}" presName="parTx" presStyleLbl="revTx" presStyleIdx="3" presStyleCnt="6">
        <dgm:presLayoutVars>
          <dgm:chMax val="0"/>
          <dgm:chPref val="0"/>
        </dgm:presLayoutVars>
      </dgm:prSet>
      <dgm:spPr/>
    </dgm:pt>
    <dgm:pt modelId="{91023FA3-433E-488B-99A0-664BC4B97168}" type="pres">
      <dgm:prSet presAssocID="{150CA84F-78AE-4D8A-BC1F-0A0E0E508E00}" presName="sibTrans" presStyleCnt="0"/>
      <dgm:spPr/>
    </dgm:pt>
    <dgm:pt modelId="{64141673-6CB4-454D-8EB0-634D28EB2BD5}" type="pres">
      <dgm:prSet presAssocID="{CE3AF24E-125D-4E1B-868F-1D945AFCC8E1}" presName="compNode" presStyleCnt="0"/>
      <dgm:spPr/>
    </dgm:pt>
    <dgm:pt modelId="{C8BB5852-3373-420C-A52F-27B61D08BF16}" type="pres">
      <dgm:prSet presAssocID="{CE3AF24E-125D-4E1B-868F-1D945AFCC8E1}" presName="bgRect" presStyleLbl="bgShp" presStyleIdx="4" presStyleCnt="6"/>
      <dgm:spPr/>
    </dgm:pt>
    <dgm:pt modelId="{25B2750A-9F81-4F89-BFDD-1681C1BA4D2C}" type="pres">
      <dgm:prSet presAssocID="{CE3AF24E-125D-4E1B-868F-1D945AFCC8E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513F8C7C-0DA3-4177-A1A0-3FB1B7B40EE3}" type="pres">
      <dgm:prSet presAssocID="{CE3AF24E-125D-4E1B-868F-1D945AFCC8E1}" presName="spaceRect" presStyleCnt="0"/>
      <dgm:spPr/>
    </dgm:pt>
    <dgm:pt modelId="{61C0E891-CF72-483B-BD3B-D3A54715979A}" type="pres">
      <dgm:prSet presAssocID="{CE3AF24E-125D-4E1B-868F-1D945AFCC8E1}" presName="parTx" presStyleLbl="revTx" presStyleIdx="4" presStyleCnt="6">
        <dgm:presLayoutVars>
          <dgm:chMax val="0"/>
          <dgm:chPref val="0"/>
        </dgm:presLayoutVars>
      </dgm:prSet>
      <dgm:spPr/>
    </dgm:pt>
    <dgm:pt modelId="{25E4A4FF-660C-49AA-8BEB-6517F5A47D86}" type="pres">
      <dgm:prSet presAssocID="{B8137CDA-7DBD-4EFB-86C7-6569D27C5671}" presName="sibTrans" presStyleCnt="0"/>
      <dgm:spPr/>
    </dgm:pt>
    <dgm:pt modelId="{8ACA03FD-E18A-451B-BCBC-162BD73B6987}" type="pres">
      <dgm:prSet presAssocID="{B177C1DC-F932-4B9E-9CED-BC7115661214}" presName="compNode" presStyleCnt="0"/>
      <dgm:spPr/>
    </dgm:pt>
    <dgm:pt modelId="{6313311F-515D-4386-82CE-6B7450791901}" type="pres">
      <dgm:prSet presAssocID="{B177C1DC-F932-4B9E-9CED-BC7115661214}" presName="bgRect" presStyleLbl="bgShp" presStyleIdx="5" presStyleCnt="6"/>
      <dgm:spPr/>
    </dgm:pt>
    <dgm:pt modelId="{DBF0374E-1CA9-429F-AFE0-1C377BA4EC2F}" type="pres">
      <dgm:prSet presAssocID="{B177C1DC-F932-4B9E-9CED-BC711566121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8E93673E-4970-46BC-9B64-63FCA22F02E3}" type="pres">
      <dgm:prSet presAssocID="{B177C1DC-F932-4B9E-9CED-BC7115661214}" presName="spaceRect" presStyleCnt="0"/>
      <dgm:spPr/>
    </dgm:pt>
    <dgm:pt modelId="{5A672B66-CCCA-4A80-AD37-39DB21C90878}" type="pres">
      <dgm:prSet presAssocID="{B177C1DC-F932-4B9E-9CED-BC711566121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77F8409-4AB3-462E-BF1B-59C9FFBC8272}" srcId="{9AC2A629-580D-43C6-9063-881FE9FE30F4}" destId="{E664042E-85C9-44D4-BC55-CCA69217C34D}" srcOrd="0" destOrd="0" parTransId="{F626100B-3D93-4656-BADD-911D426EF6C1}" sibTransId="{2974C516-41A8-4E86-B8F7-D071F0A763FD}"/>
    <dgm:cxn modelId="{CC12990D-981B-40FC-A927-7D615D40DAE6}" srcId="{9AC2A629-580D-43C6-9063-881FE9FE30F4}" destId="{82E2F0B9-7B96-4256-8B44-ABF91AF3B54F}" srcOrd="1" destOrd="0" parTransId="{AC0E270A-1132-4E93-A485-1548EE4BD308}" sibTransId="{1399BAF6-8BD0-42A7-9F62-E13FEBFEAE8A}"/>
    <dgm:cxn modelId="{2A18A515-CF1D-4E59-B815-3D2007394E35}" type="presOf" srcId="{1C0147DE-93DF-4833-A4D5-F61AA9A07F19}" destId="{F6F6BEE9-F301-4FB3-BAAF-1C94D1307143}" srcOrd="0" destOrd="0" presId="urn:microsoft.com/office/officeart/2018/2/layout/IconVerticalSolidList"/>
    <dgm:cxn modelId="{6536EA1B-092D-4B0F-9905-90AAA52E8D3C}" type="presOf" srcId="{9AC2A629-580D-43C6-9063-881FE9FE30F4}" destId="{C9E43ABB-983E-4486-9905-74439A7571FC}" srcOrd="0" destOrd="0" presId="urn:microsoft.com/office/officeart/2018/2/layout/IconVerticalSolidList"/>
    <dgm:cxn modelId="{6AC6115E-EAF5-436E-9964-77667D1765AF}" srcId="{9AC2A629-580D-43C6-9063-881FE9FE30F4}" destId="{C5442E57-A3D3-4D28-B128-AA76EC5BFE47}" srcOrd="3" destOrd="0" parTransId="{BDB31D8D-7E27-4EAC-98FE-5399A9FE192E}" sibTransId="{150CA84F-78AE-4D8A-BC1F-0A0E0E508E00}"/>
    <dgm:cxn modelId="{A94C7F50-3EBC-4F44-83CE-0BE25F05BFB6}" srcId="{9AC2A629-580D-43C6-9063-881FE9FE30F4}" destId="{B177C1DC-F932-4B9E-9CED-BC7115661214}" srcOrd="5" destOrd="0" parTransId="{FCD592EA-788E-45A8-B29C-20C9176B0348}" sibTransId="{3FE62927-949D-400F-9783-41A059DFB163}"/>
    <dgm:cxn modelId="{F6B1D37E-7A0B-4122-AE8F-EB93ABFEA02D}" srcId="{9AC2A629-580D-43C6-9063-881FE9FE30F4}" destId="{CE3AF24E-125D-4E1B-868F-1D945AFCC8E1}" srcOrd="4" destOrd="0" parTransId="{68012F97-20F7-4623-A634-482C60B0273B}" sibTransId="{B8137CDA-7DBD-4EFB-86C7-6569D27C5671}"/>
    <dgm:cxn modelId="{D2E1E482-31C1-4976-88D0-FF34CC044ED1}" type="presOf" srcId="{82E2F0B9-7B96-4256-8B44-ABF91AF3B54F}" destId="{5526454A-EE36-4B37-9EB6-717523056E73}" srcOrd="0" destOrd="0" presId="urn:microsoft.com/office/officeart/2018/2/layout/IconVerticalSolidList"/>
    <dgm:cxn modelId="{FDE0319B-4469-40D5-ABF4-B2AE401A2EAA}" type="presOf" srcId="{C5442E57-A3D3-4D28-B128-AA76EC5BFE47}" destId="{7D9D8D80-FC90-4FFE-A264-42296829FF85}" srcOrd="0" destOrd="0" presId="urn:microsoft.com/office/officeart/2018/2/layout/IconVerticalSolidList"/>
    <dgm:cxn modelId="{B8F4389E-BAA8-43C7-9062-35EE5A7B42A1}" type="presOf" srcId="{B177C1DC-F932-4B9E-9CED-BC7115661214}" destId="{5A672B66-CCCA-4A80-AD37-39DB21C90878}" srcOrd="0" destOrd="0" presId="urn:microsoft.com/office/officeart/2018/2/layout/IconVerticalSolidList"/>
    <dgm:cxn modelId="{753F70AE-D613-4AD5-B985-BC9497089540}" type="presOf" srcId="{E664042E-85C9-44D4-BC55-CCA69217C34D}" destId="{38921AE9-6F9C-4712-B9DC-9872BFDA9309}" srcOrd="0" destOrd="0" presId="urn:microsoft.com/office/officeart/2018/2/layout/IconVerticalSolidList"/>
    <dgm:cxn modelId="{BDB87BCB-1141-47EA-82F6-ED20343F3435}" type="presOf" srcId="{CE3AF24E-125D-4E1B-868F-1D945AFCC8E1}" destId="{61C0E891-CF72-483B-BD3B-D3A54715979A}" srcOrd="0" destOrd="0" presId="urn:microsoft.com/office/officeart/2018/2/layout/IconVerticalSolidList"/>
    <dgm:cxn modelId="{74D4E1D7-7A20-4583-88AF-85A82ADD76FB}" srcId="{9AC2A629-580D-43C6-9063-881FE9FE30F4}" destId="{1C0147DE-93DF-4833-A4D5-F61AA9A07F19}" srcOrd="2" destOrd="0" parTransId="{5223DAFD-D4A4-4629-9A08-147B9F9F9CD1}" sibTransId="{5E7194A8-E2BE-4845-9D29-3C8522FB087C}"/>
    <dgm:cxn modelId="{C40267B8-D449-469F-B9DB-653758FDFF54}" type="presParOf" srcId="{C9E43ABB-983E-4486-9905-74439A7571FC}" destId="{C2E3EE4F-70CC-4F57-9C71-7AE4FED94BED}" srcOrd="0" destOrd="0" presId="urn:microsoft.com/office/officeart/2018/2/layout/IconVerticalSolidList"/>
    <dgm:cxn modelId="{83180E6B-6B37-48C9-A209-1459CAF161F2}" type="presParOf" srcId="{C2E3EE4F-70CC-4F57-9C71-7AE4FED94BED}" destId="{B3B0561E-98C9-4419-9A9D-A39FAE3FA41C}" srcOrd="0" destOrd="0" presId="urn:microsoft.com/office/officeart/2018/2/layout/IconVerticalSolidList"/>
    <dgm:cxn modelId="{EB09ED17-9B63-4107-A47B-92FC23E869C2}" type="presParOf" srcId="{C2E3EE4F-70CC-4F57-9C71-7AE4FED94BED}" destId="{815756AC-5E57-4929-AB26-B2C07EB40DE1}" srcOrd="1" destOrd="0" presId="urn:microsoft.com/office/officeart/2018/2/layout/IconVerticalSolidList"/>
    <dgm:cxn modelId="{AFAD50B5-F646-4EFF-A8F7-1AF8BFA6A1A4}" type="presParOf" srcId="{C2E3EE4F-70CC-4F57-9C71-7AE4FED94BED}" destId="{D85FC3B5-50C5-4AD0-A164-CCADC8A951C1}" srcOrd="2" destOrd="0" presId="urn:microsoft.com/office/officeart/2018/2/layout/IconVerticalSolidList"/>
    <dgm:cxn modelId="{E2D673EA-B071-40BB-9B9C-F6BF11D29518}" type="presParOf" srcId="{C2E3EE4F-70CC-4F57-9C71-7AE4FED94BED}" destId="{38921AE9-6F9C-4712-B9DC-9872BFDA9309}" srcOrd="3" destOrd="0" presId="urn:microsoft.com/office/officeart/2018/2/layout/IconVerticalSolidList"/>
    <dgm:cxn modelId="{20E2FE58-E343-4AA5-9FC4-D7B331A2DFDD}" type="presParOf" srcId="{C9E43ABB-983E-4486-9905-74439A7571FC}" destId="{02B9693B-9F01-4E2A-892F-8413B71B0276}" srcOrd="1" destOrd="0" presId="urn:microsoft.com/office/officeart/2018/2/layout/IconVerticalSolidList"/>
    <dgm:cxn modelId="{CB5D4148-C99B-4CE5-BC73-3C1C855935E9}" type="presParOf" srcId="{C9E43ABB-983E-4486-9905-74439A7571FC}" destId="{C751A33B-671E-4719-A83B-9FA50541150C}" srcOrd="2" destOrd="0" presId="urn:microsoft.com/office/officeart/2018/2/layout/IconVerticalSolidList"/>
    <dgm:cxn modelId="{D08D9AC3-E020-4439-A1BA-7A9994F6FD96}" type="presParOf" srcId="{C751A33B-671E-4719-A83B-9FA50541150C}" destId="{372F17E9-E96A-42DB-A4C0-E36CCEF39A53}" srcOrd="0" destOrd="0" presId="urn:microsoft.com/office/officeart/2018/2/layout/IconVerticalSolidList"/>
    <dgm:cxn modelId="{D373E69C-1424-425B-92F5-950DF67E104B}" type="presParOf" srcId="{C751A33B-671E-4719-A83B-9FA50541150C}" destId="{4570E9D8-BEAB-4063-81EE-86F13DF34454}" srcOrd="1" destOrd="0" presId="urn:microsoft.com/office/officeart/2018/2/layout/IconVerticalSolidList"/>
    <dgm:cxn modelId="{CDE9B128-33A8-4AFC-A3FF-314E33B4E065}" type="presParOf" srcId="{C751A33B-671E-4719-A83B-9FA50541150C}" destId="{5053DBD8-6DC8-4CEF-B243-C6980B2C6881}" srcOrd="2" destOrd="0" presId="urn:microsoft.com/office/officeart/2018/2/layout/IconVerticalSolidList"/>
    <dgm:cxn modelId="{7A7871DF-ABEA-46D9-8922-1EA3D75D593F}" type="presParOf" srcId="{C751A33B-671E-4719-A83B-9FA50541150C}" destId="{5526454A-EE36-4B37-9EB6-717523056E73}" srcOrd="3" destOrd="0" presId="urn:microsoft.com/office/officeart/2018/2/layout/IconVerticalSolidList"/>
    <dgm:cxn modelId="{5B133866-DC3A-43E8-BF28-484E1984CD99}" type="presParOf" srcId="{C9E43ABB-983E-4486-9905-74439A7571FC}" destId="{9B20C706-5C4D-49BA-A7F1-BCCA9EA1AB66}" srcOrd="3" destOrd="0" presId="urn:microsoft.com/office/officeart/2018/2/layout/IconVerticalSolidList"/>
    <dgm:cxn modelId="{6C0C6E31-812A-4B01-A7DC-F5EBE38E3A12}" type="presParOf" srcId="{C9E43ABB-983E-4486-9905-74439A7571FC}" destId="{65E05BBA-2D5B-4B70-85D5-CF8AE9F97C3C}" srcOrd="4" destOrd="0" presId="urn:microsoft.com/office/officeart/2018/2/layout/IconVerticalSolidList"/>
    <dgm:cxn modelId="{C7135CE6-1C0D-4688-91EF-D870A741DC45}" type="presParOf" srcId="{65E05BBA-2D5B-4B70-85D5-CF8AE9F97C3C}" destId="{3B8187BE-64AC-4E44-A1D4-7296FFA8BE9B}" srcOrd="0" destOrd="0" presId="urn:microsoft.com/office/officeart/2018/2/layout/IconVerticalSolidList"/>
    <dgm:cxn modelId="{24B59D8F-F745-4F7A-B3D5-13976A739E60}" type="presParOf" srcId="{65E05BBA-2D5B-4B70-85D5-CF8AE9F97C3C}" destId="{04A35410-8909-4B85-A9BC-FBCA916BC879}" srcOrd="1" destOrd="0" presId="urn:microsoft.com/office/officeart/2018/2/layout/IconVerticalSolidList"/>
    <dgm:cxn modelId="{285808D5-319B-4212-A9C7-D304CBB00237}" type="presParOf" srcId="{65E05BBA-2D5B-4B70-85D5-CF8AE9F97C3C}" destId="{1C66515D-AA22-4B91-8653-F83CBB175A04}" srcOrd="2" destOrd="0" presId="urn:microsoft.com/office/officeart/2018/2/layout/IconVerticalSolidList"/>
    <dgm:cxn modelId="{84A25CB0-703E-4EED-9413-617A6971F851}" type="presParOf" srcId="{65E05BBA-2D5B-4B70-85D5-CF8AE9F97C3C}" destId="{F6F6BEE9-F301-4FB3-BAAF-1C94D1307143}" srcOrd="3" destOrd="0" presId="urn:microsoft.com/office/officeart/2018/2/layout/IconVerticalSolidList"/>
    <dgm:cxn modelId="{C31A9F98-DD78-42E5-900D-F6B74AA06E3E}" type="presParOf" srcId="{C9E43ABB-983E-4486-9905-74439A7571FC}" destId="{8AED0004-99E9-4F13-A40F-EE7477F352D8}" srcOrd="5" destOrd="0" presId="urn:microsoft.com/office/officeart/2018/2/layout/IconVerticalSolidList"/>
    <dgm:cxn modelId="{3B113012-15A8-42A0-AC23-00C5BA650D92}" type="presParOf" srcId="{C9E43ABB-983E-4486-9905-74439A7571FC}" destId="{6292F808-F7D5-4B21-ABF5-16CD42D1121B}" srcOrd="6" destOrd="0" presId="urn:microsoft.com/office/officeart/2018/2/layout/IconVerticalSolidList"/>
    <dgm:cxn modelId="{6CA6FB21-4192-4C7C-A96E-09DCCACD1E6B}" type="presParOf" srcId="{6292F808-F7D5-4B21-ABF5-16CD42D1121B}" destId="{9B0C001D-9593-4F96-82BA-210F2684A936}" srcOrd="0" destOrd="0" presId="urn:microsoft.com/office/officeart/2018/2/layout/IconVerticalSolidList"/>
    <dgm:cxn modelId="{C8B68246-2A2F-4E6D-8DB5-84D46CC38C0A}" type="presParOf" srcId="{6292F808-F7D5-4B21-ABF5-16CD42D1121B}" destId="{73585DAC-8090-42A6-93B3-59A93B06EA6E}" srcOrd="1" destOrd="0" presId="urn:microsoft.com/office/officeart/2018/2/layout/IconVerticalSolidList"/>
    <dgm:cxn modelId="{64881672-8B80-45E6-B7AE-FE1BBD96C38C}" type="presParOf" srcId="{6292F808-F7D5-4B21-ABF5-16CD42D1121B}" destId="{39A80C1A-9C1D-4874-B1F5-164F10421165}" srcOrd="2" destOrd="0" presId="urn:microsoft.com/office/officeart/2018/2/layout/IconVerticalSolidList"/>
    <dgm:cxn modelId="{90005894-05B5-40CB-8E05-B86B149E90E7}" type="presParOf" srcId="{6292F808-F7D5-4B21-ABF5-16CD42D1121B}" destId="{7D9D8D80-FC90-4FFE-A264-42296829FF85}" srcOrd="3" destOrd="0" presId="urn:microsoft.com/office/officeart/2018/2/layout/IconVerticalSolidList"/>
    <dgm:cxn modelId="{415CE3D1-8C5B-4688-B10E-42EFA955379B}" type="presParOf" srcId="{C9E43ABB-983E-4486-9905-74439A7571FC}" destId="{91023FA3-433E-488B-99A0-664BC4B97168}" srcOrd="7" destOrd="0" presId="urn:microsoft.com/office/officeart/2018/2/layout/IconVerticalSolidList"/>
    <dgm:cxn modelId="{2C9B6495-A70C-47CF-BBB1-F5FAB3DBE007}" type="presParOf" srcId="{C9E43ABB-983E-4486-9905-74439A7571FC}" destId="{64141673-6CB4-454D-8EB0-634D28EB2BD5}" srcOrd="8" destOrd="0" presId="urn:microsoft.com/office/officeart/2018/2/layout/IconVerticalSolidList"/>
    <dgm:cxn modelId="{24EA07F0-7916-413F-8273-E61E4D12B0DE}" type="presParOf" srcId="{64141673-6CB4-454D-8EB0-634D28EB2BD5}" destId="{C8BB5852-3373-420C-A52F-27B61D08BF16}" srcOrd="0" destOrd="0" presId="urn:microsoft.com/office/officeart/2018/2/layout/IconVerticalSolidList"/>
    <dgm:cxn modelId="{C3B1EEB7-08BF-4EB1-99BF-ACE5157C5E93}" type="presParOf" srcId="{64141673-6CB4-454D-8EB0-634D28EB2BD5}" destId="{25B2750A-9F81-4F89-BFDD-1681C1BA4D2C}" srcOrd="1" destOrd="0" presId="urn:microsoft.com/office/officeart/2018/2/layout/IconVerticalSolidList"/>
    <dgm:cxn modelId="{1C6E6C60-BE4E-42A8-9232-E24A09C28E8A}" type="presParOf" srcId="{64141673-6CB4-454D-8EB0-634D28EB2BD5}" destId="{513F8C7C-0DA3-4177-A1A0-3FB1B7B40EE3}" srcOrd="2" destOrd="0" presId="urn:microsoft.com/office/officeart/2018/2/layout/IconVerticalSolidList"/>
    <dgm:cxn modelId="{C5678849-CEA9-4055-B4E6-ECCD985A47D2}" type="presParOf" srcId="{64141673-6CB4-454D-8EB0-634D28EB2BD5}" destId="{61C0E891-CF72-483B-BD3B-D3A54715979A}" srcOrd="3" destOrd="0" presId="urn:microsoft.com/office/officeart/2018/2/layout/IconVerticalSolidList"/>
    <dgm:cxn modelId="{31D1EABC-1072-4787-BEBB-6A376CB24B09}" type="presParOf" srcId="{C9E43ABB-983E-4486-9905-74439A7571FC}" destId="{25E4A4FF-660C-49AA-8BEB-6517F5A47D86}" srcOrd="9" destOrd="0" presId="urn:microsoft.com/office/officeart/2018/2/layout/IconVerticalSolidList"/>
    <dgm:cxn modelId="{E825B0FC-4F22-4002-B11E-B9542CAE4CCF}" type="presParOf" srcId="{C9E43ABB-983E-4486-9905-74439A7571FC}" destId="{8ACA03FD-E18A-451B-BCBC-162BD73B6987}" srcOrd="10" destOrd="0" presId="urn:microsoft.com/office/officeart/2018/2/layout/IconVerticalSolidList"/>
    <dgm:cxn modelId="{1833B579-3A6D-4FB7-9C81-EFD9E3682555}" type="presParOf" srcId="{8ACA03FD-E18A-451B-BCBC-162BD73B6987}" destId="{6313311F-515D-4386-82CE-6B7450791901}" srcOrd="0" destOrd="0" presId="urn:microsoft.com/office/officeart/2018/2/layout/IconVerticalSolidList"/>
    <dgm:cxn modelId="{69A7DE70-75EC-4F6A-A2E5-024306A13A92}" type="presParOf" srcId="{8ACA03FD-E18A-451B-BCBC-162BD73B6987}" destId="{DBF0374E-1CA9-429F-AFE0-1C377BA4EC2F}" srcOrd="1" destOrd="0" presId="urn:microsoft.com/office/officeart/2018/2/layout/IconVerticalSolidList"/>
    <dgm:cxn modelId="{0323C92B-9E4A-4F78-B010-FB2A8855115B}" type="presParOf" srcId="{8ACA03FD-E18A-451B-BCBC-162BD73B6987}" destId="{8E93673E-4970-46BC-9B64-63FCA22F02E3}" srcOrd="2" destOrd="0" presId="urn:microsoft.com/office/officeart/2018/2/layout/IconVerticalSolidList"/>
    <dgm:cxn modelId="{252DA58E-A784-4C23-B062-815941801AE4}" type="presParOf" srcId="{8ACA03FD-E18A-451B-BCBC-162BD73B6987}" destId="{5A672B66-CCCA-4A80-AD37-39DB21C908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E8DC50-6D58-4C2D-8A3D-D0A920A9B83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E11B8A-0C96-4D77-968C-52ACA32AFBCA}">
      <dgm:prSet/>
      <dgm:spPr/>
      <dgm:t>
        <a:bodyPr/>
        <a:lstStyle/>
        <a:p>
          <a:r>
            <a:rPr lang="en-US"/>
            <a:t>1.300 players | 16 clubs | 34 columns</a:t>
          </a:r>
        </a:p>
      </dgm:t>
    </dgm:pt>
    <dgm:pt modelId="{CC2A14B3-B90B-49BD-9006-3824C6200677}" type="parTrans" cxnId="{C4BED69C-AB02-435B-8ED2-F994BF0771AD}">
      <dgm:prSet/>
      <dgm:spPr/>
      <dgm:t>
        <a:bodyPr/>
        <a:lstStyle/>
        <a:p>
          <a:endParaRPr lang="en-US"/>
        </a:p>
      </dgm:t>
    </dgm:pt>
    <dgm:pt modelId="{266E4327-F68F-4D91-B150-E09B0C7EB475}" type="sibTrans" cxnId="{C4BED69C-AB02-435B-8ED2-F994BF0771AD}">
      <dgm:prSet/>
      <dgm:spPr/>
      <dgm:t>
        <a:bodyPr/>
        <a:lstStyle/>
        <a:p>
          <a:endParaRPr lang="en-US"/>
        </a:p>
      </dgm:t>
    </dgm:pt>
    <dgm:pt modelId="{187D61C0-94FF-40B0-8AF1-BC4BD8CE8C8B}">
      <dgm:prSet/>
      <dgm:spPr/>
      <dgm:t>
        <a:bodyPr/>
        <a:lstStyle/>
        <a:p>
          <a:r>
            <a:rPr lang="en-US"/>
            <a:t>2.Key metrics tracked: Goals ,Assists , Salary ,Market Value ,Injury Status ,Contract end etc.</a:t>
          </a:r>
        </a:p>
      </dgm:t>
    </dgm:pt>
    <dgm:pt modelId="{D90ABFFC-AAE4-4E12-9FAD-09982DD828EA}" type="parTrans" cxnId="{7F172F06-1F54-4687-A5DA-2F322EBA4ED6}">
      <dgm:prSet/>
      <dgm:spPr/>
      <dgm:t>
        <a:bodyPr/>
        <a:lstStyle/>
        <a:p>
          <a:endParaRPr lang="en-US"/>
        </a:p>
      </dgm:t>
    </dgm:pt>
    <dgm:pt modelId="{8656DA96-DF85-4928-8FF5-AF4CF597078A}" type="sibTrans" cxnId="{7F172F06-1F54-4687-A5DA-2F322EBA4ED6}">
      <dgm:prSet/>
      <dgm:spPr/>
      <dgm:t>
        <a:bodyPr/>
        <a:lstStyle/>
        <a:p>
          <a:endParaRPr lang="en-US"/>
        </a:p>
      </dgm:t>
    </dgm:pt>
    <dgm:pt modelId="{C6D1AE5B-B5AA-47FB-854F-DE27644E9B54}">
      <dgm:prSet/>
      <dgm:spPr/>
      <dgm:t>
        <a:bodyPr/>
        <a:lstStyle/>
        <a:p>
          <a:r>
            <a:rPr lang="en-US"/>
            <a:t>3.Insert small screenshot of the first few rows ( or just the column headers)</a:t>
          </a:r>
        </a:p>
      </dgm:t>
    </dgm:pt>
    <dgm:pt modelId="{8D8243AF-362C-417E-8D17-8E3425DA2383}" type="parTrans" cxnId="{0234249C-6D9E-4E87-83B3-16D31922C5A2}">
      <dgm:prSet/>
      <dgm:spPr/>
      <dgm:t>
        <a:bodyPr/>
        <a:lstStyle/>
        <a:p>
          <a:endParaRPr lang="en-US"/>
        </a:p>
      </dgm:t>
    </dgm:pt>
    <dgm:pt modelId="{017212E3-6F45-4B1A-9A6E-06808F3D295C}" type="sibTrans" cxnId="{0234249C-6D9E-4E87-83B3-16D31922C5A2}">
      <dgm:prSet/>
      <dgm:spPr/>
      <dgm:t>
        <a:bodyPr/>
        <a:lstStyle/>
        <a:p>
          <a:endParaRPr lang="en-US"/>
        </a:p>
      </dgm:t>
    </dgm:pt>
    <dgm:pt modelId="{74341D41-4FCE-40DA-948A-90E0FB380AD6}" type="pres">
      <dgm:prSet presAssocID="{2CE8DC50-6D58-4C2D-8A3D-D0A920A9B832}" presName="root" presStyleCnt="0">
        <dgm:presLayoutVars>
          <dgm:dir/>
          <dgm:resizeHandles val="exact"/>
        </dgm:presLayoutVars>
      </dgm:prSet>
      <dgm:spPr/>
    </dgm:pt>
    <dgm:pt modelId="{BFD06EB1-377A-40A0-8CE3-572FD8190211}" type="pres">
      <dgm:prSet presAssocID="{34E11B8A-0C96-4D77-968C-52ACA32AFBCA}" presName="compNode" presStyleCnt="0"/>
      <dgm:spPr/>
    </dgm:pt>
    <dgm:pt modelId="{B2B6DEB6-4183-4D1A-9B12-F2B18954CAF6}" type="pres">
      <dgm:prSet presAssocID="{34E11B8A-0C96-4D77-968C-52ACA32AFB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6FD64E0-53F2-4315-AFA2-6177A4F932D0}" type="pres">
      <dgm:prSet presAssocID="{34E11B8A-0C96-4D77-968C-52ACA32AFBCA}" presName="spaceRect" presStyleCnt="0"/>
      <dgm:spPr/>
    </dgm:pt>
    <dgm:pt modelId="{2BD4A5F0-491C-4986-9241-B71C280BE427}" type="pres">
      <dgm:prSet presAssocID="{34E11B8A-0C96-4D77-968C-52ACA32AFBCA}" presName="textRect" presStyleLbl="revTx" presStyleIdx="0" presStyleCnt="3">
        <dgm:presLayoutVars>
          <dgm:chMax val="1"/>
          <dgm:chPref val="1"/>
        </dgm:presLayoutVars>
      </dgm:prSet>
      <dgm:spPr/>
    </dgm:pt>
    <dgm:pt modelId="{D60E6CA6-9E51-47DA-B06C-E8AAF7DBBADD}" type="pres">
      <dgm:prSet presAssocID="{266E4327-F68F-4D91-B150-E09B0C7EB475}" presName="sibTrans" presStyleCnt="0"/>
      <dgm:spPr/>
    </dgm:pt>
    <dgm:pt modelId="{2A5B2348-76F0-46C9-80A7-81AAF39C2954}" type="pres">
      <dgm:prSet presAssocID="{187D61C0-94FF-40B0-8AF1-BC4BD8CE8C8B}" presName="compNode" presStyleCnt="0"/>
      <dgm:spPr/>
    </dgm:pt>
    <dgm:pt modelId="{086272DC-F129-4DC6-BECF-DE1E90F7E590}" type="pres">
      <dgm:prSet presAssocID="{187D61C0-94FF-40B0-8AF1-BC4BD8CE8C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EFC3E61-1052-4CFA-99F3-9EF4AD63F73B}" type="pres">
      <dgm:prSet presAssocID="{187D61C0-94FF-40B0-8AF1-BC4BD8CE8C8B}" presName="spaceRect" presStyleCnt="0"/>
      <dgm:spPr/>
    </dgm:pt>
    <dgm:pt modelId="{DDBD4ED3-B6E1-4041-BCF4-50C818CB87E0}" type="pres">
      <dgm:prSet presAssocID="{187D61C0-94FF-40B0-8AF1-BC4BD8CE8C8B}" presName="textRect" presStyleLbl="revTx" presStyleIdx="1" presStyleCnt="3">
        <dgm:presLayoutVars>
          <dgm:chMax val="1"/>
          <dgm:chPref val="1"/>
        </dgm:presLayoutVars>
      </dgm:prSet>
      <dgm:spPr/>
    </dgm:pt>
    <dgm:pt modelId="{F124D6FB-F331-4381-8B1A-920ED3D29033}" type="pres">
      <dgm:prSet presAssocID="{8656DA96-DF85-4928-8FF5-AF4CF597078A}" presName="sibTrans" presStyleCnt="0"/>
      <dgm:spPr/>
    </dgm:pt>
    <dgm:pt modelId="{7E15AB97-996F-47E3-8AAA-3F47BC629AB7}" type="pres">
      <dgm:prSet presAssocID="{C6D1AE5B-B5AA-47FB-854F-DE27644E9B54}" presName="compNode" presStyleCnt="0"/>
      <dgm:spPr/>
    </dgm:pt>
    <dgm:pt modelId="{BC23363C-F39C-4BBC-9A39-FDBCDC0589FC}" type="pres">
      <dgm:prSet presAssocID="{C6D1AE5B-B5AA-47FB-854F-DE27644E9B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17BF3BB-ADE3-4D95-B3AE-FD8878BC18EF}" type="pres">
      <dgm:prSet presAssocID="{C6D1AE5B-B5AA-47FB-854F-DE27644E9B54}" presName="spaceRect" presStyleCnt="0"/>
      <dgm:spPr/>
    </dgm:pt>
    <dgm:pt modelId="{F9515695-21D8-4F54-8372-9CD4D362ABFB}" type="pres">
      <dgm:prSet presAssocID="{C6D1AE5B-B5AA-47FB-854F-DE27644E9B5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F172F06-1F54-4687-A5DA-2F322EBA4ED6}" srcId="{2CE8DC50-6D58-4C2D-8A3D-D0A920A9B832}" destId="{187D61C0-94FF-40B0-8AF1-BC4BD8CE8C8B}" srcOrd="1" destOrd="0" parTransId="{D90ABFFC-AAE4-4E12-9FAD-09982DD828EA}" sibTransId="{8656DA96-DF85-4928-8FF5-AF4CF597078A}"/>
    <dgm:cxn modelId="{2E46801B-234B-49FA-B979-9598A6B1CDA6}" type="presOf" srcId="{187D61C0-94FF-40B0-8AF1-BC4BD8CE8C8B}" destId="{DDBD4ED3-B6E1-4041-BCF4-50C818CB87E0}" srcOrd="0" destOrd="0" presId="urn:microsoft.com/office/officeart/2018/2/layout/IconLabelList"/>
    <dgm:cxn modelId="{0234249C-6D9E-4E87-83B3-16D31922C5A2}" srcId="{2CE8DC50-6D58-4C2D-8A3D-D0A920A9B832}" destId="{C6D1AE5B-B5AA-47FB-854F-DE27644E9B54}" srcOrd="2" destOrd="0" parTransId="{8D8243AF-362C-417E-8D17-8E3425DA2383}" sibTransId="{017212E3-6F45-4B1A-9A6E-06808F3D295C}"/>
    <dgm:cxn modelId="{C4BED69C-AB02-435B-8ED2-F994BF0771AD}" srcId="{2CE8DC50-6D58-4C2D-8A3D-D0A920A9B832}" destId="{34E11B8A-0C96-4D77-968C-52ACA32AFBCA}" srcOrd="0" destOrd="0" parTransId="{CC2A14B3-B90B-49BD-9006-3824C6200677}" sibTransId="{266E4327-F68F-4D91-B150-E09B0C7EB475}"/>
    <dgm:cxn modelId="{AFE0AEED-B5C7-4A06-81A3-B9BD3139B64B}" type="presOf" srcId="{C6D1AE5B-B5AA-47FB-854F-DE27644E9B54}" destId="{F9515695-21D8-4F54-8372-9CD4D362ABFB}" srcOrd="0" destOrd="0" presId="urn:microsoft.com/office/officeart/2018/2/layout/IconLabelList"/>
    <dgm:cxn modelId="{375077F0-4304-490A-9D0E-E9BD22C04127}" type="presOf" srcId="{2CE8DC50-6D58-4C2D-8A3D-D0A920A9B832}" destId="{74341D41-4FCE-40DA-948A-90E0FB380AD6}" srcOrd="0" destOrd="0" presId="urn:microsoft.com/office/officeart/2018/2/layout/IconLabelList"/>
    <dgm:cxn modelId="{9E93B5FB-929A-4B7B-B13A-AF4190624748}" type="presOf" srcId="{34E11B8A-0C96-4D77-968C-52ACA32AFBCA}" destId="{2BD4A5F0-491C-4986-9241-B71C280BE427}" srcOrd="0" destOrd="0" presId="urn:microsoft.com/office/officeart/2018/2/layout/IconLabelList"/>
    <dgm:cxn modelId="{61B69347-DCEA-4E39-B281-4869C7480E0A}" type="presParOf" srcId="{74341D41-4FCE-40DA-948A-90E0FB380AD6}" destId="{BFD06EB1-377A-40A0-8CE3-572FD8190211}" srcOrd="0" destOrd="0" presId="urn:microsoft.com/office/officeart/2018/2/layout/IconLabelList"/>
    <dgm:cxn modelId="{2C69206A-93AB-410D-B9D4-0D622255EF4A}" type="presParOf" srcId="{BFD06EB1-377A-40A0-8CE3-572FD8190211}" destId="{B2B6DEB6-4183-4D1A-9B12-F2B18954CAF6}" srcOrd="0" destOrd="0" presId="urn:microsoft.com/office/officeart/2018/2/layout/IconLabelList"/>
    <dgm:cxn modelId="{82901485-D4C5-467E-9282-977689DACC8A}" type="presParOf" srcId="{BFD06EB1-377A-40A0-8CE3-572FD8190211}" destId="{26FD64E0-53F2-4315-AFA2-6177A4F932D0}" srcOrd="1" destOrd="0" presId="urn:microsoft.com/office/officeart/2018/2/layout/IconLabelList"/>
    <dgm:cxn modelId="{7E57C45E-CE82-4F62-98EB-F1AEAD2D2C7D}" type="presParOf" srcId="{BFD06EB1-377A-40A0-8CE3-572FD8190211}" destId="{2BD4A5F0-491C-4986-9241-B71C280BE427}" srcOrd="2" destOrd="0" presId="urn:microsoft.com/office/officeart/2018/2/layout/IconLabelList"/>
    <dgm:cxn modelId="{AB2AB42B-D7D9-4D6F-8F7A-86148000A25F}" type="presParOf" srcId="{74341D41-4FCE-40DA-948A-90E0FB380AD6}" destId="{D60E6CA6-9E51-47DA-B06C-E8AAF7DBBADD}" srcOrd="1" destOrd="0" presId="urn:microsoft.com/office/officeart/2018/2/layout/IconLabelList"/>
    <dgm:cxn modelId="{92A1F736-9FB1-4A63-B9E9-E207E7CB2B88}" type="presParOf" srcId="{74341D41-4FCE-40DA-948A-90E0FB380AD6}" destId="{2A5B2348-76F0-46C9-80A7-81AAF39C2954}" srcOrd="2" destOrd="0" presId="urn:microsoft.com/office/officeart/2018/2/layout/IconLabelList"/>
    <dgm:cxn modelId="{F89DC281-EF7F-469D-B582-808575E1ABD3}" type="presParOf" srcId="{2A5B2348-76F0-46C9-80A7-81AAF39C2954}" destId="{086272DC-F129-4DC6-BECF-DE1E90F7E590}" srcOrd="0" destOrd="0" presId="urn:microsoft.com/office/officeart/2018/2/layout/IconLabelList"/>
    <dgm:cxn modelId="{366EAC7C-E590-4B09-8CA7-3B74EA1FC812}" type="presParOf" srcId="{2A5B2348-76F0-46C9-80A7-81AAF39C2954}" destId="{EEFC3E61-1052-4CFA-99F3-9EF4AD63F73B}" srcOrd="1" destOrd="0" presId="urn:microsoft.com/office/officeart/2018/2/layout/IconLabelList"/>
    <dgm:cxn modelId="{73685596-DDDD-4FDF-81C1-8A6B2BB2810E}" type="presParOf" srcId="{2A5B2348-76F0-46C9-80A7-81AAF39C2954}" destId="{DDBD4ED3-B6E1-4041-BCF4-50C818CB87E0}" srcOrd="2" destOrd="0" presId="urn:microsoft.com/office/officeart/2018/2/layout/IconLabelList"/>
    <dgm:cxn modelId="{01729CAF-749D-409F-A6C6-CB8D08EDBC6B}" type="presParOf" srcId="{74341D41-4FCE-40DA-948A-90E0FB380AD6}" destId="{F124D6FB-F331-4381-8B1A-920ED3D29033}" srcOrd="3" destOrd="0" presId="urn:microsoft.com/office/officeart/2018/2/layout/IconLabelList"/>
    <dgm:cxn modelId="{0DDD4C1F-CA87-4DCF-BBE9-42FB39DE58F7}" type="presParOf" srcId="{74341D41-4FCE-40DA-948A-90E0FB380AD6}" destId="{7E15AB97-996F-47E3-8AAA-3F47BC629AB7}" srcOrd="4" destOrd="0" presId="urn:microsoft.com/office/officeart/2018/2/layout/IconLabelList"/>
    <dgm:cxn modelId="{FABEE8B2-22EF-4B6D-9ACA-111015C71473}" type="presParOf" srcId="{7E15AB97-996F-47E3-8AAA-3F47BC629AB7}" destId="{BC23363C-F39C-4BBC-9A39-FDBCDC0589FC}" srcOrd="0" destOrd="0" presId="urn:microsoft.com/office/officeart/2018/2/layout/IconLabelList"/>
    <dgm:cxn modelId="{F043C777-63E4-4D3C-A7D4-76452558788A}" type="presParOf" srcId="{7E15AB97-996F-47E3-8AAA-3F47BC629AB7}" destId="{017BF3BB-ADE3-4D95-B3AE-FD8878BC18EF}" srcOrd="1" destOrd="0" presId="urn:microsoft.com/office/officeart/2018/2/layout/IconLabelList"/>
    <dgm:cxn modelId="{3164E059-BB31-4943-BC94-33D85BA5708F}" type="presParOf" srcId="{7E15AB97-996F-47E3-8AAA-3F47BC629AB7}" destId="{F9515695-21D8-4F54-8372-9CD4D362ABF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0561E-98C9-4419-9A9D-A39FAE3FA41C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756AC-5E57-4929-AB26-B2C07EB40DE1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21AE9-6F9C-4712-B9DC-9872BFDA9309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1.Dataset overview</a:t>
          </a:r>
        </a:p>
      </dsp:txBody>
      <dsp:txXfrm>
        <a:off x="877842" y="1783"/>
        <a:ext cx="5486381" cy="760036"/>
      </dsp:txXfrm>
    </dsp:sp>
    <dsp:sp modelId="{372F17E9-E96A-42DB-A4C0-E36CCEF39A53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70E9D8-BEAB-4063-81EE-86F13DF34454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6454A-EE36-4B37-9EB6-717523056E73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2.League &amp; Team summary</a:t>
          </a:r>
        </a:p>
      </dsp:txBody>
      <dsp:txXfrm>
        <a:off x="877842" y="951829"/>
        <a:ext cx="5486381" cy="760036"/>
      </dsp:txXfrm>
    </dsp:sp>
    <dsp:sp modelId="{3B8187BE-64AC-4E44-A1D4-7296FFA8BE9B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A35410-8909-4B85-A9BC-FBCA916BC879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6BEE9-F301-4FB3-BAAF-1C94D1307143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3.Player Performance Highlights</a:t>
          </a:r>
        </a:p>
      </dsp:txBody>
      <dsp:txXfrm>
        <a:off x="877842" y="1901874"/>
        <a:ext cx="5486381" cy="760036"/>
      </dsp:txXfrm>
    </dsp:sp>
    <dsp:sp modelId="{9B0C001D-9593-4F96-82BA-210F2684A936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85DAC-8090-42A6-93B3-59A93B06EA6E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D8D80-FC90-4FFE-A264-42296829FF85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4.Financial Insights</a:t>
          </a:r>
        </a:p>
      </dsp:txBody>
      <dsp:txXfrm>
        <a:off x="877842" y="2851920"/>
        <a:ext cx="5486381" cy="760036"/>
      </dsp:txXfrm>
    </dsp:sp>
    <dsp:sp modelId="{C8BB5852-3373-420C-A52F-27B61D08BF16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2750A-9F81-4F89-BFDD-1681C1BA4D2C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0E891-CF72-483B-BD3B-D3A54715979A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5.Contract &amp; Risk Analysis</a:t>
          </a:r>
        </a:p>
      </dsp:txBody>
      <dsp:txXfrm>
        <a:off x="877842" y="3801966"/>
        <a:ext cx="5486381" cy="760036"/>
      </dsp:txXfrm>
    </dsp:sp>
    <dsp:sp modelId="{6313311F-515D-4386-82CE-6B7450791901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0374E-1CA9-429F-AFE0-1C377BA4EC2F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72B66-CCCA-4A80-AD37-39DB21C90878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6.Key Takeaways &amp; Recommendations</a:t>
          </a:r>
        </a:p>
      </dsp:txBody>
      <dsp:txXfrm>
        <a:off x="877842" y="4752011"/>
        <a:ext cx="5486381" cy="7600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6DEB6-4183-4D1A-9B12-F2B18954CAF6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4A5F0-491C-4986-9241-B71C280BE427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1.300 players | 16 clubs | 34 columns</a:t>
          </a:r>
        </a:p>
      </dsp:txBody>
      <dsp:txXfrm>
        <a:off x="59990" y="2654049"/>
        <a:ext cx="3226223" cy="720000"/>
      </dsp:txXfrm>
    </dsp:sp>
    <dsp:sp modelId="{086272DC-F129-4DC6-BECF-DE1E90F7E590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D4ED3-B6E1-4041-BCF4-50C818CB87E0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2.Key metrics tracked: Goals ,Assists , Salary ,Market Value ,Injury Status ,Contract end etc.</a:t>
          </a:r>
        </a:p>
      </dsp:txBody>
      <dsp:txXfrm>
        <a:off x="3850802" y="2654049"/>
        <a:ext cx="3226223" cy="720000"/>
      </dsp:txXfrm>
    </dsp:sp>
    <dsp:sp modelId="{BC23363C-F39C-4BBC-9A39-FDBCDC0589FC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15695-21D8-4F54-8372-9CD4D362ABFB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3.Insert small screenshot of the first few rows ( or just the column headers)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47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6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02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4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8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6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1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7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02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9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85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7955453-F319-46D0-9423-4A4173BEB258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2E78CF0-E69E-4688-AF07-CB7928B020A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69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occer ball on the field line">
            <a:extLst>
              <a:ext uri="{FF2B5EF4-FFF2-40B4-BE49-F238E27FC236}">
                <a16:creationId xmlns:a16="http://schemas.microsoft.com/office/drawing/2014/main" id="{711F9D45-8BC8-7703-A037-49B4CAB1C47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 t="15709" r="-1" b="-1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83C9E7-0275-7298-D374-3CFACE985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kern="1200" cap="all" spc="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South African Soccer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D8C54-F123-F84A-4164-857FAADFA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608" y="643467"/>
            <a:ext cx="3096926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/>
              <a:t>Nomgqibelo Nkosi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805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8EDF-992D-BF15-FD0C-D8EA1391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364C0A-7D4C-89F9-8690-2490E4D4C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6486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408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B14F-DE12-9E73-D555-DDD54CA39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B4FFE87-053E-43B5-9341-7F80390699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34859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388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2EA5-392A-1A5E-DF3B-B43909818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Total Players by Club (Clustered Bar Chart)</a:t>
            </a:r>
          </a:p>
        </p:txBody>
      </p:sp>
      <p:pic>
        <p:nvPicPr>
          <p:cNvPr id="15" name="Content Placeholder 14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00CE64ED-C490-E987-EB04-9D96A2B4A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295991"/>
            <a:ext cx="7214616" cy="423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59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74533-8188-DFE2-3834-48C6C054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Nationality Mix (Bar Chart)</a:t>
            </a:r>
          </a:p>
        </p:txBody>
      </p:sp>
      <p:pic>
        <p:nvPicPr>
          <p:cNvPr id="5" name="Content Placeholder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0B117834-5726-C4CF-A3DF-FF77BA4BA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432581"/>
            <a:ext cx="7188199" cy="398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7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6E83-E325-B051-9704-5DAE464C2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14" y="1018800"/>
            <a:ext cx="2967680" cy="539750"/>
          </a:xfrm>
        </p:spPr>
        <p:txBody>
          <a:bodyPr anchor="t">
            <a:normAutofit/>
          </a:bodyPr>
          <a:lstStyle/>
          <a:p>
            <a:r>
              <a:rPr lang="en-US" sz="2200"/>
              <a:t>Contract &amp; Risk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BB3062-C9AF-012C-213A-64A3A8353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614" y="2059200"/>
            <a:ext cx="2952750" cy="3835409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1.63 players out of contract in 2026 –massive transfer window </a:t>
            </a:r>
          </a:p>
          <a:p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2.70 players out of contract in 2027</a:t>
            </a:r>
          </a:p>
          <a:p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3.1.48 billion total market value risk.</a:t>
            </a:r>
          </a:p>
        </p:txBody>
      </p:sp>
      <p:pic>
        <p:nvPicPr>
          <p:cNvPr id="5" name="Content Placeholder 4" descr="A graph of blue bars&#10;&#10;AI-generated content may be incorrect.">
            <a:extLst>
              <a:ext uri="{FF2B5EF4-FFF2-40B4-BE49-F238E27FC236}">
                <a16:creationId xmlns:a16="http://schemas.microsoft.com/office/drawing/2014/main" id="{BC7EDFF4-78B6-D5C2-FCCE-820BD58C3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555" y="994111"/>
            <a:ext cx="7004997" cy="486757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409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24D2-4903-0A95-0B80-6880B94E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/>
              <a:t>Key Takeaway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A489B0-CD5F-4727-36AE-1EDF62294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508879"/>
              </p:ext>
            </p:extLst>
          </p:nvPr>
        </p:nvGraphicFramePr>
        <p:xfrm>
          <a:off x="1023938" y="2411267"/>
          <a:ext cx="9720263" cy="377219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3816648">
                  <a:extLst>
                    <a:ext uri="{9D8B030D-6E8A-4147-A177-3AD203B41FA5}">
                      <a16:colId xmlns:a16="http://schemas.microsoft.com/office/drawing/2014/main" val="1353247977"/>
                    </a:ext>
                  </a:extLst>
                </a:gridCol>
                <a:gridCol w="3980186">
                  <a:extLst>
                    <a:ext uri="{9D8B030D-6E8A-4147-A177-3AD203B41FA5}">
                      <a16:colId xmlns:a16="http://schemas.microsoft.com/office/drawing/2014/main" val="597370344"/>
                    </a:ext>
                  </a:extLst>
                </a:gridCol>
                <a:gridCol w="1923429">
                  <a:extLst>
                    <a:ext uri="{9D8B030D-6E8A-4147-A177-3AD203B41FA5}">
                      <a16:colId xmlns:a16="http://schemas.microsoft.com/office/drawing/2014/main" val="1380849026"/>
                    </a:ext>
                  </a:extLst>
                </a:gridCol>
              </a:tblGrid>
              <a:tr h="505799"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Key Takeaway</a:t>
                      </a:r>
                    </a:p>
                  </a:txBody>
                  <a:tcPr marL="141609" marR="100691" marT="108930" marB="108930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Proof point </a:t>
                      </a:r>
                    </a:p>
                  </a:txBody>
                  <a:tcPr marL="141609" marR="100691" marT="108930" marB="10893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cap="none" spc="0">
                          <a:solidFill>
                            <a:schemeClr val="bg1"/>
                          </a:solidFill>
                        </a:rPr>
                        <a:t>Icon</a:t>
                      </a:r>
                    </a:p>
                  </a:txBody>
                  <a:tcPr marL="141609" marR="100691" marT="108930" marB="10893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10045"/>
                  </a:ext>
                </a:extLst>
              </a:tr>
              <a:tr h="505799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Polokwane City are the sleeping gaint </a:t>
                      </a:r>
                    </a:p>
                  </a:txBody>
                  <a:tcPr marL="141609" marR="100691" marT="108930" marB="10893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1,300 goals (almost double 2</a:t>
                      </a:r>
                      <a:r>
                        <a:rPr lang="en-US" sz="1600" cap="none" spc="0" baseline="30000">
                          <a:solidFill>
                            <a:schemeClr val="tx1"/>
                          </a:solidFill>
                        </a:rPr>
                        <a:t>nd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place)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Trophy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542340"/>
                  </a:ext>
                </a:extLst>
              </a:tr>
              <a:tr h="751599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Orlando Pirates &amp; Cape Town are in crisis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Bottom 2 in goals despite big budgets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Warning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096525"/>
                  </a:ext>
                </a:extLst>
              </a:tr>
              <a:tr h="505799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Shot accuracy does not equal goals</a:t>
                      </a:r>
                    </a:p>
                  </a:txBody>
                  <a:tcPr marL="141609" marR="100691" marT="108930" marB="10893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Correlation only 0.07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08240"/>
                  </a:ext>
                </a:extLst>
              </a:tr>
              <a:tr h="751599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Royal AM the highest Salaries but are mid-table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Highest avg salary ,only 544 goals 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Money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089302"/>
                  </a:ext>
                </a:extLst>
              </a:tr>
              <a:tr h="751599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2026 will be the biggest free-agent window ever.</a:t>
                      </a:r>
                    </a:p>
                  </a:txBody>
                  <a:tcPr marL="141609" marR="100691" marT="108930" marB="108930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63 players(21%) can leave for R0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Calendar</a:t>
                      </a:r>
                    </a:p>
                  </a:txBody>
                  <a:tcPr marL="141609" marR="100691" marT="108930" marB="10893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527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84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110</TotalTime>
  <Words>213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Tw Cen MT</vt:lpstr>
      <vt:lpstr>Tw Cen MT Condensed</vt:lpstr>
      <vt:lpstr>Wingdings 3</vt:lpstr>
      <vt:lpstr>Integral</vt:lpstr>
      <vt:lpstr>South African Soccer</vt:lpstr>
      <vt:lpstr>Agenda</vt:lpstr>
      <vt:lpstr>Dataset Overview</vt:lpstr>
      <vt:lpstr>Total Players by Club (Clustered Bar Chart)</vt:lpstr>
      <vt:lpstr>Nationality Mix (Bar Chart)</vt:lpstr>
      <vt:lpstr>Contract &amp; Risk Analysis</vt:lpstr>
      <vt:lpstr>Key Takeaway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Pride retailstar</dc:creator>
  <cp:lastModifiedBy>Pride retailstar</cp:lastModifiedBy>
  <cp:revision>1</cp:revision>
  <dcterms:created xsi:type="dcterms:W3CDTF">2025-11-25T15:38:43Z</dcterms:created>
  <dcterms:modified xsi:type="dcterms:W3CDTF">2025-11-25T17:29:17Z</dcterms:modified>
</cp:coreProperties>
</file>